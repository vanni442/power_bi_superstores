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/>
    <p:restoredTop sz="94647"/>
  </p:normalViewPr>
  <p:slideViewPr>
    <p:cSldViewPr snapToGrid="0" snapToObjects="1">
      <p:cViewPr varScale="1">
        <p:scale>
          <a:sx n="125" d="100"/>
          <a:sy n="125" d="100"/>
        </p:scale>
        <p:origin x="2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aa14fa52-29e1-4be1-b357-cb480ed7f2af}">
  <we:reference id="WA200003233" version="2.0.0.3" store="en-GB" storeType="OMEX"/>
  <we:alternateReferences/>
  <we:properties>
    <we:property name="Microsoft.Office.CampaignId" value="&quot;none&quot;"/>
    <we:property name="reportUrl" value="&quot;/groups/me/reports/c7d565f6-e685-4818-8951-92f972cb2374/68d9c47d0bf4d4ef123b?bookmarkGuid=ca0c5908-0e88-46b8-9e15-606939043989&amp;bookmarkUsage=1&amp;ctid=aab4897d-5f99-4439-b442-c204c65875b5&amp;fromEntryPoint=export&amp;pbi_source=storytelling_addin&quot;"/>
    <we:property name="reportState" value="&quot;CONNECTED&quot;"/>
    <we:property name="artifactViewState" value="&quot;live&quot;"/>
    <we:property name="reportEmbeddedTime" value="&quot;2026-10-08T02:42:50.727Z&quot;"/>
    <we:property name="creatorSessionId" value="&quot;d3ba7cb9-72da-4fd9-a1c2-74e693b3b3e6&quot;"/>
    <we:property name="creatorUserId" value="&quot;10032004377FB117&quot;"/>
    <we:property name="creatorTenantId" value="&quot;aab4897d-5f99-4439-b442-c204c65875b5&quot;"/>
    <we:property name="pageDisplayName" value="&quot;Regional &amp; Customer Segment Analysis&quot;"/>
    <we:property name="pageName" value="&quot;68d9c47d0bf4d4ef123b&quot;"/>
    <we:property name="isFiltersActionButtonVisible" value="true"/>
    <we:property name="initialStateBookmark" value="&quot;H4sIAAAAAAAAA6VU0WrbMBT9laHnMCTLsqy8tWNPXdOyjr6UMq6uroNWxza2nCUL+fdJdqCwDQLziywdnXvOlSzOiTk/dDUcN7Ajtma3bfu2g/7tg2Ar1lywh4e7+5uvd983N/efI9x2wbfNwNYnFqDfUnj2wwh1Uojgy+uKdT0N1O9pQz/nvTh662sfjmwd+pFWDOr6EbapoIJ6iEBH/dA2UPtfNNcMM/W8YnTo6raH5PoUIFBy3kd6XMf2xEcZmwIMfk9PhGFGkTJeUJY5BZZXFivOeaQNM2Fq/p+UJD3Zf2qbAL6JNgnjcVtVuTbcCmFKo42YuINvtvWl4ffab8cuXVygQ7DtIV2Z/RGNk9L5HA+EFaqcg1QOS6U5ZM5U/6/mOCpVSoGaSGSFRGfsVTWY7uF2DCFe198NFlGkdJAJ58jweFxUCyWlA9SWq0KX2hmnuXXlQkkBzkBVlIZMXgIqwYVeKKm0BYPcWguFLFQpJGYL/jMKk+UqQw0lCswF4YJXY1Dm4KxGzslxwkK6YkFv1ijQmZSVBFXpwkG14A1KDjnnLhPcSYslctLiqprfxQT4U2uSe0fYjmLEpEk7hqEDpEdo4vrlFFOmjaERPE28GBLQOHKXeZ++X3ygfjZ+hnpMnlPasMlkn0KppisFKYPY1NZrGn4Dgjqq/jEFAAA=&quot;"/>
    <we:property name="bookmark" value="&quot;H4sIAAAAAAAAA+1ZbW/bNhD+K4aAoV+8Qu+i8m1xOmxYm6Z1lmEogoBvctjSokdJabzA/31HUnJcx47ttGmcYvkQyLzT8Z7nXnSibjwmqonE02M85t6Bd6jUpzHWn3qB1/dKtxZnCU4ijniRhjnPU8xJCFI1qYUqK+/gxquxHvH6TFQNlsYQLH4473sTzSuur/gx/+xk8F8QIUU99Q5q3fC+h6U8wSNzQ4FlBQsTritVYin+5e6eyqnO+h6/nkilsdl1WOOam52vQB1+g5fBywicwrQWV3zIae1WIz/IUMGCICcERX6GSeqDWuUUrPMrVYxpu/1AlTUWJWxj1hjFMcFhzjgCUmjq50lm1gsh61aFTF9dTzQQALRMJ4a/Afg6UlpQLD2LAmhxTt94vwmusaaX09f8ikuz8mq1/K5oqBpN+XteWFFZW1a9IzG+ODLkzICxhbs9s9i7XTDidk/vXYM1uN+zOWAEl+rzQHO4gXkH/qz/fJC8gWhd/gA43moG8ZjftQ7HL+wKlxRWl0G84bhqNN/WxYtWv7K7nWgFVWgFp6rGsjfEshU9sSOwUIh6hSfnsFKJciTbpnFbv6fOQQklPLiENDeNi3yE8jfFOusaBhj+uNAS2vyY2irei4RYKtHzmRFGBUNxkPEApUVAmJ8mKfmqbjRQshmXu+AA4lhD6+VwzQl80qRx6dJ7A08nUfZ+ekjeUNlUwCVnh1ivzB9lKvXQZcqR0N2DJ+wvuf54mGbn22TxY4S2zcIwximnYY6izGdxQmOfbszC/zvXTg+l71GY29eC82YvyuHLMD91KRRBHpKIxinifhYgijALN5bCqZocA41Ox6icdTMtsParVmOr3M7nVUP+aThsuUzosBPA9bvu4j5LJuNXgux7Lt42N1vli0Xl22DcqgLxQy6B8e0Zdj+sJ0u8Apafb7ntd04UgkvQha3ers6y4GFZNnfkYkPtmq0hWt5BYqPtsIcLNG3BKZj465IbnyxPJRN169PvS4RV355KCwATyddbmCfYzPydzx6tEy15tr8d+tFmhAem686AvnNXXE45WyvMz3IeFwF0xIzCuJqFWbrvQ8LmwGPN9u0BaMTcT0hSFEGW5ynPQuRzhvaF7K8os71he6Gy7ACcp4xFNEMFCWnEaeDTzYdCz+LlZw8YX/W+Y1TClKR5lKEgyoOAwL8E4acn3eWHHU+eeUeZY3B05ySO85zSLA2DgqQF81GxL3QP4PGrxs+e8UUYjnSEUZDGJArDJGOFzwKKbWO5F1DNr2uirr/EZK0FOSpQ5FOcRn7EIZ5R8vAQ7j4uzI+8FpD/zbF+SNQqKSi8LC1i9IC6kY0FwzW2GCZuI8GdXDEr5hbijfdaAGxn+wzLxph9cYgrQV+0s6/5TCC74N8xV9Xwql4PrZfdq8+9xu0Hjm6s3mEq/KZMr50FrZc7vHJsu2E7/iE/TQh0bOSHcJ2jKN7crb/7Kf1rRe3XpTsHs51gzeHsQDVlveEt5tmAec9H3V3PHov7TPhDQBkYE/vaKWfrPqQsdJX9YvO2YvfMs3n5tUcvuKy6792OR62kveq4hYYuzb1Oas9uwB+rsejHy7v7vuxYABOigq4v8aQyaeU+zQvGLaA/+PShz4UvSFg8OJ3Tb7c+EWXZ7WsCshOIlrA1GL7Otusfq0zvbMrW70pLsKiVstNDR3lXNmUjZd+jl0Iyzd0QsqzyYXV5/lnCIuu5vHnREX2qRtApFiBsaW2AS8zwGjPnbQNIfJ9hlKbUJyRIOUdZmGycVsUYQyu6M6umSQ4jKiGIxCROkc9IjjbamoCpY3wlRrhWetmmNbuqB6qmriaY8hNc8hW90JYgM2B3GO5ms/8AHCIU3lgjAAA=&quot;"/>
    <we:property name="datasetId" value="&quot;3a0e9810-fedd-43c3-aa05-0bd452d6a5e4&quot;"/>
    <we:property name="embedUrl" value="&quot;/reportEmbed?reportId=c7d565f6-e685-4818-8951-92f972cb2374&amp;config=eyJjbHVzdGVyVXJsIjoiaHR0cHM6Ly9XQUJJLUFVU1RSQUxJQS1FQVNULUItUFJJTUFSWS1yZWRpcmVjdC5hbmFseXNpcy53aW5kb3dzLm5ldCIsImVtYmVkRmVhdHVyZXMiOnsidXNhZ2VNZXRyaWNzVk5leHQiOnRydWV9fQ%3D%3D&amp;disableSensitivityBanner=true&amp;storytellingChangeViewModeShortcutKeys=true&quot;"/>
    <we:property name="reportName" value="&quot;Power_BI_project_Superstores&quot;"/>
    <we:property name="isVisualContainerHeaderHidden" value="false"/>
    <we:property name="backgroundColor" value="&quot;#F7F7F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Van Anh Dinh</cp:lastModifiedBy>
  <cp:revision>4</cp:revision>
  <dcterms:created xsi:type="dcterms:W3CDTF">2018-06-07T21:39:02Z</dcterms:created>
  <dcterms:modified xsi:type="dcterms:W3CDTF">2026-10-08T03:19:56Z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